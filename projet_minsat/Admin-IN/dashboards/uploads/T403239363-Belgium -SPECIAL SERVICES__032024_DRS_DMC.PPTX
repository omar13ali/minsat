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1"/>
  </p:notesMasterIdLst>
  <p:sldIdLst>
    <p:sldId id="256" r:id="rId5"/>
    <p:sldId id="277" r:id="rId6"/>
    <p:sldId id="287" r:id="rId7"/>
    <p:sldId id="288" r:id="rId8"/>
    <p:sldId id="289" r:id="rId9"/>
    <p:sldId id="286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97" d="100"/>
          <a:sy n="97" d="100"/>
        </p:scale>
        <p:origin x="630" y="90"/>
      </p:cViewPr>
      <p:guideLst/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26/03/2024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7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601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094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 baseline="0"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 dirty="0" smtClean="0"/>
              <a:t>Cliquez pour saisir le texte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</a:p>
          <a:p>
            <a:pPr lvl="5"/>
            <a:r>
              <a:rPr lang="fr-FR" noProof="0" dirty="0" smtClean="0"/>
              <a:t>Sixième niveau</a:t>
            </a:r>
            <a:endParaRPr lang="fr-FR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 smtClean="0"/>
              <a:t>Modifiez le titre</a:t>
            </a:r>
            <a:endParaRPr lang="fr-FR" noProof="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fr-FR" noProof="0" dirty="0" smtClean="0"/>
              <a:t>Modifiez le texte du masque</a:t>
            </a:r>
            <a:endParaRPr lang="fr-FR" noProof="0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</a:lstStyle>
          <a:p>
            <a:pPr lvl="0"/>
            <a:r>
              <a:rPr lang="fr-FR" noProof="0" dirty="0" smtClean="0"/>
              <a:t>Modifiez le texte</a:t>
            </a:r>
          </a:p>
          <a:p>
            <a:pPr lvl="1"/>
            <a:r>
              <a:rPr lang="fr-FR" noProof="0" dirty="0" smtClean="0"/>
              <a:t>Deuxième niveau</a:t>
            </a:r>
            <a:endParaRPr lang="fr-FR" noProof="0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 dirty="0" smtClean="0"/>
              <a:t>Cliquez pour indiquer le nom du présentateur</a:t>
            </a:r>
            <a:endParaRPr lang="fr-FR" noProof="0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 baseline="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noProof="0" dirty="0" smtClean="0"/>
              <a:t>Cliquez pour modifiez le texte</a:t>
            </a:r>
          </a:p>
          <a:p>
            <a:pPr lvl="1"/>
            <a:r>
              <a:rPr lang="fr-FR" noProof="0" dirty="0" smtClean="0"/>
              <a:t>Deuxième niveau</a:t>
            </a:r>
            <a:endParaRPr lang="fr-FR" noProof="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fr-FR" noProof="0" dirty="0" smtClean="0"/>
              <a:t>Cliquez pour ajouter un nom de section</a:t>
            </a:r>
          </a:p>
          <a:p>
            <a:pPr lvl="1"/>
            <a:r>
              <a:rPr lang="fr-FR" noProof="0" dirty="0" smtClean="0"/>
              <a:t>Deuxième niveau</a:t>
            </a:r>
            <a:endParaRPr lang="fr-FR" noProof="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Modifiez le texte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</a:p>
          <a:p>
            <a:pPr lvl="5"/>
            <a:r>
              <a:rPr lang="fr-FR" noProof="0" dirty="0" smtClean="0"/>
              <a:t>Sixième niveau</a:t>
            </a:r>
            <a:endParaRPr lang="fr-F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Modifiez le texte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</a:p>
          <a:p>
            <a:pPr lvl="5"/>
            <a:r>
              <a:rPr lang="fr-FR" noProof="0" dirty="0" smtClean="0"/>
              <a:t>Sixième niveau</a:t>
            </a:r>
            <a:endParaRPr lang="fr-FR" noProof="0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fr-FR" noProof="0" dirty="0" smtClean="0"/>
              <a:t>Cliquez pour modifiez le titre</a:t>
            </a:r>
            <a:endParaRPr lang="fr-FR" noProof="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 smtClean="0"/>
              <a:t>Cliquez pour modifiez le titre</a:t>
            </a:r>
            <a:endParaRPr lang="fr-FR" noProof="0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pleine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 dirty="0" smtClean="0"/>
              <a:t>Cliquez sur l’icone pour ajouter une photo</a:t>
            </a:r>
            <a:endParaRPr lang="fr-FR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fr-FR" noProof="0" dirty="0" smtClean="0"/>
              <a:t>Cliquez pour modifiez le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 smtClean="0"/>
              <a:t>Cliquez ici pour saisir le texte</a:t>
            </a:r>
            <a:endParaRPr lang="fr-F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 dirty="0" smtClean="0"/>
              <a:t>Modifier le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</a:p>
          <a:p>
            <a:pPr lvl="5"/>
            <a:r>
              <a:rPr lang="fr-FR" noProof="0" dirty="0" smtClean="0"/>
              <a:t>Sixième niveau</a:t>
            </a:r>
            <a:endParaRPr lang="fr-FR" noProof="0" dirty="0"/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 baseline="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3535" y="267618"/>
            <a:ext cx="7282801" cy="2304131"/>
          </a:xfrm>
        </p:spPr>
        <p:txBody>
          <a:bodyPr/>
          <a:lstStyle/>
          <a:p>
            <a:r>
              <a:rPr lang="fr-FR" dirty="0" err="1"/>
              <a:t>Belgium</a:t>
            </a:r>
            <a:r>
              <a:rPr lang="fr-FR" dirty="0"/>
              <a:t> -SPECIAL SERVICES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/>
              <a:t>_</a:t>
            </a:r>
            <a:br>
              <a:rPr lang="fr-FR" dirty="0" smtClean="0"/>
            </a:br>
            <a:r>
              <a:rPr lang="fr-FR" sz="4400" dirty="0" smtClean="0">
                <a:solidFill>
                  <a:schemeClr val="accent1"/>
                </a:solidFill>
              </a:rPr>
              <a:t>Changement des tranches</a:t>
            </a:r>
            <a:r>
              <a:rPr lang="fr-FR" dirty="0" smtClean="0">
                <a:solidFill>
                  <a:schemeClr val="accent1"/>
                </a:solidFill>
              </a:rPr>
              <a:t/>
            </a:r>
            <a:br>
              <a:rPr lang="fr-FR" dirty="0" smtClean="0">
                <a:solidFill>
                  <a:schemeClr val="accent1"/>
                </a:solidFill>
              </a:rPr>
            </a:br>
            <a:r>
              <a:rPr lang="fr-FR" sz="4000" dirty="0" smtClean="0"/>
              <a:t> 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535" y="3291830"/>
            <a:ext cx="4827547" cy="966156"/>
          </a:xfrm>
        </p:spPr>
        <p:txBody>
          <a:bodyPr/>
          <a:lstStyle/>
          <a:p>
            <a:r>
              <a:rPr lang="fr-FR" sz="2000" dirty="0" smtClean="0"/>
              <a:t>DFI F&amp;RA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8177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 smtClean="0"/>
              <a:t>Sommaire</a:t>
            </a:r>
          </a:p>
          <a:p>
            <a:endParaRPr lang="fr-FR" noProof="0" dirty="0" smtClean="0"/>
          </a:p>
          <a:p>
            <a:pPr lvl="1"/>
            <a:r>
              <a:rPr lang="fr-FR" dirty="0" smtClean="0"/>
              <a:t>Introduction </a:t>
            </a:r>
          </a:p>
          <a:p>
            <a:pPr lvl="1"/>
            <a:r>
              <a:rPr lang="fr-FR" dirty="0"/>
              <a:t>L’analyse du trafic </a:t>
            </a:r>
            <a:endParaRPr lang="fr-FR" dirty="0" smtClean="0"/>
          </a:p>
          <a:p>
            <a:pPr lvl="1"/>
            <a:r>
              <a:rPr lang="fr-FR" dirty="0" smtClean="0"/>
              <a:t>Impact financier</a:t>
            </a:r>
          </a:p>
          <a:p>
            <a:pPr lvl="1"/>
            <a:r>
              <a:rPr lang="fr-FR" dirty="0" smtClean="0"/>
              <a:t>Actions</a:t>
            </a:r>
            <a:endParaRPr lang="fr-FR" dirty="0"/>
          </a:p>
          <a:p>
            <a:pPr marL="0" lvl="1" indent="0">
              <a:buNone/>
            </a:pPr>
            <a:endParaRPr lang="fr-FR" dirty="0"/>
          </a:p>
          <a:p>
            <a:pPr marL="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128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>
              <a:solidFill>
                <a:schemeClr val="tx1"/>
              </a:solidFill>
            </a:endParaRPr>
          </a:p>
          <a:p>
            <a:pPr marL="466725" lvl="2" indent="-285750">
              <a:buSzPct val="100000"/>
            </a:pPr>
            <a:r>
              <a:rPr lang="fr-FR" dirty="0" smtClean="0">
                <a:solidFill>
                  <a:schemeClr val="tx1"/>
                </a:solidFill>
              </a:rPr>
              <a:t>Analyse effectué ciblant les « Tranches </a:t>
            </a:r>
            <a:r>
              <a:rPr lang="fr-FR" dirty="0" smtClean="0">
                <a:solidFill>
                  <a:schemeClr val="bg2"/>
                </a:solidFill>
              </a:rPr>
              <a:t>VAS</a:t>
            </a:r>
            <a:r>
              <a:rPr lang="fr-FR" dirty="0" smtClean="0">
                <a:solidFill>
                  <a:schemeClr val="tx1"/>
                </a:solidFill>
              </a:rPr>
              <a:t> »  identifié comme vendue à perte </a:t>
            </a:r>
          </a:p>
          <a:p>
            <a:pPr marL="466725" lvl="2" indent="-285750">
              <a:buSzPct val="100000"/>
            </a:pPr>
            <a:r>
              <a:rPr lang="fr-FR" dirty="0" smtClean="0">
                <a:solidFill>
                  <a:schemeClr val="tx1"/>
                </a:solidFill>
              </a:rPr>
              <a:t>Période d’analyse : Du </a:t>
            </a:r>
            <a:r>
              <a:rPr lang="fr-FR" dirty="0" smtClean="0">
                <a:solidFill>
                  <a:schemeClr val="tx1"/>
                </a:solidFill>
              </a:rPr>
              <a:t>01/02/2024 </a:t>
            </a:r>
            <a:r>
              <a:rPr lang="fr-FR" dirty="0" smtClean="0">
                <a:solidFill>
                  <a:schemeClr val="tx1"/>
                </a:solidFill>
              </a:rPr>
              <a:t>au </a:t>
            </a:r>
            <a:r>
              <a:rPr lang="fr-FR" dirty="0" smtClean="0"/>
              <a:t>26</a:t>
            </a:r>
            <a:r>
              <a:rPr lang="fr-FR" dirty="0" smtClean="0"/>
              <a:t>/03</a:t>
            </a:r>
            <a:r>
              <a:rPr lang="fr-FR" dirty="0" smtClean="0">
                <a:solidFill>
                  <a:schemeClr val="tx1"/>
                </a:solidFill>
              </a:rPr>
              <a:t>/2024 </a:t>
            </a:r>
            <a:endParaRPr lang="fr-FR" dirty="0" smtClean="0">
              <a:solidFill>
                <a:schemeClr val="tx1"/>
              </a:solidFill>
            </a:endParaRPr>
          </a:p>
          <a:p>
            <a:pPr marL="466725" lvl="2" indent="-285750">
              <a:buSzPct val="100000"/>
            </a:pPr>
            <a:endParaRPr lang="fr-FR" dirty="0" smtClean="0"/>
          </a:p>
          <a:p>
            <a:pPr marL="693738" lvl="3" indent="-285750">
              <a:buClr>
                <a:srgbClr val="00B050"/>
              </a:buClr>
              <a:buSzPct val="100000"/>
              <a:buFont typeface="Wingdings" panose="05000000000000000000" pitchFamily="2" charset="2"/>
              <a:buChar char="Ø"/>
            </a:pPr>
            <a:r>
              <a:rPr lang="fr-FR" b="1" dirty="0" smtClean="0"/>
              <a:t>Résultat </a:t>
            </a:r>
            <a:r>
              <a:rPr lang="fr-FR" b="1" dirty="0" smtClean="0">
                <a:solidFill>
                  <a:schemeClr val="bg2"/>
                </a:solidFill>
              </a:rPr>
              <a:t> </a:t>
            </a:r>
            <a:r>
              <a:rPr lang="fr-FR" b="1" dirty="0"/>
              <a:t>la</a:t>
            </a:r>
            <a:r>
              <a:rPr lang="fr-FR" b="1" dirty="0" smtClean="0">
                <a:solidFill>
                  <a:schemeClr val="bg2"/>
                </a:solidFill>
              </a:rPr>
              <a:t>  </a:t>
            </a:r>
            <a:r>
              <a:rPr lang="fr-FR" b="1" dirty="0" smtClean="0"/>
              <a:t>tranche : </a:t>
            </a:r>
            <a:r>
              <a:rPr lang="fr-FR" dirty="0" smtClean="0"/>
              <a:t> </a:t>
            </a:r>
            <a:r>
              <a:rPr lang="fr-FR" b="1" dirty="0" smtClean="0"/>
              <a:t>324807570XX</a:t>
            </a:r>
          </a:p>
          <a:p>
            <a:pPr marL="693738" lvl="3" indent="-285750">
              <a:buClr>
                <a:srgbClr val="00B050"/>
              </a:buClr>
              <a:buSzPct val="100000"/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693738" lvl="3" indent="-285750">
              <a:buClr>
                <a:srgbClr val="00B050"/>
              </a:buClr>
              <a:buSzPct val="100000"/>
              <a:buFont typeface="Wingdings" panose="05000000000000000000" pitchFamily="2" charset="2"/>
              <a:buChar char="Ø"/>
            </a:pPr>
            <a:r>
              <a:rPr lang="fr-FR" b="1" dirty="0" smtClean="0"/>
              <a:t>Durée  Mois  </a:t>
            </a:r>
            <a:r>
              <a:rPr lang="fr-FR" b="1" dirty="0" smtClean="0"/>
              <a:t>février               </a:t>
            </a:r>
            <a:r>
              <a:rPr lang="fr-FR" b="1" dirty="0" smtClean="0"/>
              <a:t>4     Mn </a:t>
            </a:r>
            <a:endParaRPr lang="fr-FR" b="1" dirty="0" smtClean="0"/>
          </a:p>
          <a:p>
            <a:pPr marL="693738" lvl="3" indent="-285750">
              <a:buClr>
                <a:srgbClr val="00B050"/>
              </a:buClr>
              <a:buSzPct val="100000"/>
              <a:buFont typeface="Wingdings" panose="05000000000000000000" pitchFamily="2" charset="2"/>
              <a:buChar char="Ø"/>
            </a:pPr>
            <a:r>
              <a:rPr lang="fr-FR" b="1" dirty="0" smtClean="0"/>
              <a:t>Durée  Mois </a:t>
            </a:r>
            <a:r>
              <a:rPr lang="fr-FR" b="1" dirty="0" smtClean="0"/>
              <a:t> </a:t>
            </a:r>
            <a:r>
              <a:rPr lang="fr-FR" b="1" dirty="0" smtClean="0"/>
              <a:t>Mars           2 089    Mn </a:t>
            </a:r>
            <a:endParaRPr lang="fr-FR" b="1" dirty="0"/>
          </a:p>
          <a:p>
            <a:pPr marL="693738" lvl="3" indent="-285750">
              <a:buClr>
                <a:srgbClr val="00B050"/>
              </a:buClr>
              <a:buSzPct val="100000"/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693738" lvl="3" indent="-285750">
              <a:buClr>
                <a:srgbClr val="00B050"/>
              </a:buClr>
              <a:buSzPct val="100000"/>
              <a:buFont typeface="Wingdings" panose="05000000000000000000" pitchFamily="2" charset="2"/>
              <a:buChar char="Ø"/>
            </a:pPr>
            <a:endParaRPr lang="fr-FR" b="1" dirty="0"/>
          </a:p>
          <a:p>
            <a:pPr lvl="3" indent="0">
              <a:buClr>
                <a:srgbClr val="00B050"/>
              </a:buClr>
              <a:buSzPct val="100000"/>
              <a:buNone/>
            </a:pPr>
            <a:endParaRPr lang="fr-FR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02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6" y="771551"/>
            <a:ext cx="4808250" cy="3168352"/>
          </a:xfrm>
        </p:spPr>
        <p:txBody>
          <a:bodyPr/>
          <a:lstStyle/>
          <a:p>
            <a:pPr lvl="2"/>
            <a:r>
              <a:rPr lang="fr-FR" b="1" dirty="0" smtClean="0">
                <a:solidFill>
                  <a:schemeClr val="accent1"/>
                </a:solidFill>
              </a:rPr>
              <a:t>2  </a:t>
            </a:r>
            <a:r>
              <a:rPr lang="fr-FR" b="1" dirty="0" smtClean="0">
                <a:solidFill>
                  <a:schemeClr val="accent1"/>
                </a:solidFill>
              </a:rPr>
              <a:t>K </a:t>
            </a:r>
            <a:r>
              <a:rPr lang="fr-FR" dirty="0" smtClean="0"/>
              <a:t>Minutes depuis le </a:t>
            </a:r>
            <a:r>
              <a:rPr lang="fr-FR" b="1" dirty="0" smtClean="0">
                <a:solidFill>
                  <a:schemeClr val="bg2"/>
                </a:solidFill>
              </a:rPr>
              <a:t>01 </a:t>
            </a:r>
            <a:r>
              <a:rPr lang="fr-FR" b="1" dirty="0" smtClean="0">
                <a:solidFill>
                  <a:schemeClr val="bg2"/>
                </a:solidFill>
              </a:rPr>
              <a:t>Mars </a:t>
            </a:r>
            <a:r>
              <a:rPr lang="fr-FR" b="1" dirty="0" smtClean="0">
                <a:solidFill>
                  <a:schemeClr val="bg2"/>
                </a:solidFill>
              </a:rPr>
              <a:t>2024</a:t>
            </a:r>
          </a:p>
          <a:p>
            <a:pPr marL="0" lvl="2" indent="0">
              <a:buNone/>
            </a:pPr>
            <a:endParaRPr lang="fr-FR" dirty="0" smtClean="0"/>
          </a:p>
          <a:p>
            <a:pPr lvl="2"/>
            <a:endParaRPr lang="fr-FR" dirty="0" smtClean="0"/>
          </a:p>
          <a:p>
            <a:pPr lvl="2"/>
            <a:endParaRPr lang="fr-FR" dirty="0"/>
          </a:p>
          <a:p>
            <a:pPr marL="0" lvl="2" indent="0">
              <a:buNone/>
            </a:pPr>
            <a:r>
              <a:rPr lang="fr-FR" dirty="0" smtClean="0"/>
              <a:t> </a:t>
            </a:r>
          </a:p>
          <a:p>
            <a:pPr marL="0" lvl="2" indent="0">
              <a:buNone/>
            </a:pPr>
            <a:endParaRPr lang="fr-FR" dirty="0" smtClean="0"/>
          </a:p>
          <a:p>
            <a:pPr lvl="2"/>
            <a:endParaRPr lang="fr-FR" dirty="0" smtClean="0"/>
          </a:p>
          <a:p>
            <a:pPr marL="217488" lvl="3" indent="0">
              <a:buNone/>
            </a:pPr>
            <a:endParaRPr lang="fr-FR" dirty="0" smtClean="0"/>
          </a:p>
          <a:p>
            <a:pPr marL="217488" lvl="3" indent="0">
              <a:buNone/>
            </a:pPr>
            <a:endParaRPr lang="fr-FR" dirty="0"/>
          </a:p>
          <a:p>
            <a:pPr marL="217488" lvl="3" indent="0">
              <a:buNone/>
            </a:pPr>
            <a:endParaRPr lang="fr-FR" dirty="0" smtClean="0"/>
          </a:p>
          <a:p>
            <a:pPr marL="217488" lvl="3" indent="0">
              <a:buNone/>
            </a:pPr>
            <a:endParaRPr lang="fr-FR" dirty="0" smtClean="0"/>
          </a:p>
          <a:p>
            <a:pPr marL="217488" lvl="3" indent="0">
              <a:buNone/>
            </a:pPr>
            <a:endParaRPr lang="fr-FR" dirty="0"/>
          </a:p>
          <a:p>
            <a:pPr marL="217488" lvl="3" indent="0">
              <a:buNone/>
            </a:pPr>
            <a:endParaRPr lang="fr-FR" dirty="0"/>
          </a:p>
          <a:p>
            <a:pPr marL="217488" lvl="3" indent="0">
              <a:buNone/>
            </a:pPr>
            <a:endParaRPr lang="fr-FR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359246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fr-FR" sz="2000" kern="1200" spc="-20" dirty="0" smtClean="0">
                <a:solidFill>
                  <a:schemeClr val="bg2"/>
                </a:solidFill>
                <a:latin typeface="Helvetica 75 Bold" panose="020B0804020202020204" pitchFamily="34" charset="0"/>
                <a:ea typeface="+mj-ea"/>
                <a:cs typeface="+mj-cs"/>
              </a:rPr>
              <a:t>Analyse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14" y="1952359"/>
            <a:ext cx="2774161" cy="27321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14" y="1200263"/>
            <a:ext cx="7887321" cy="39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6" y="483518"/>
            <a:ext cx="8829674" cy="3851821"/>
          </a:xfrm>
        </p:spPr>
        <p:txBody>
          <a:bodyPr/>
          <a:lstStyle/>
          <a:p>
            <a:pPr marL="0" lvl="2" indent="0">
              <a:buNone/>
            </a:pPr>
            <a:endParaRPr lang="fr-FR" dirty="0" smtClean="0">
              <a:solidFill>
                <a:schemeClr val="bg2"/>
              </a:solidFill>
            </a:endParaRPr>
          </a:p>
          <a:p>
            <a:pPr lvl="2"/>
            <a:r>
              <a:rPr lang="fr-FR" dirty="0">
                <a:solidFill>
                  <a:schemeClr val="bg2"/>
                </a:solidFill>
              </a:rPr>
              <a:t>Résultat financier </a:t>
            </a:r>
          </a:p>
          <a:p>
            <a:pPr lvl="2"/>
            <a:endParaRPr lang="fr-FR" dirty="0">
              <a:solidFill>
                <a:schemeClr val="bg2"/>
              </a:solidFill>
            </a:endParaRPr>
          </a:p>
          <a:p>
            <a:pPr lvl="2"/>
            <a:endParaRPr lang="fr-FR" dirty="0" smtClean="0">
              <a:solidFill>
                <a:schemeClr val="bg2"/>
              </a:solidFill>
            </a:endParaRPr>
          </a:p>
          <a:p>
            <a:pPr lvl="2"/>
            <a:endParaRPr lang="fr-FR" dirty="0">
              <a:solidFill>
                <a:schemeClr val="bg2"/>
              </a:solidFill>
            </a:endParaRPr>
          </a:p>
          <a:p>
            <a:pPr marL="0" lvl="2" indent="0">
              <a:buNone/>
            </a:pPr>
            <a:endParaRPr lang="fr-FR" dirty="0">
              <a:solidFill>
                <a:schemeClr val="bg2"/>
              </a:solidFill>
            </a:endParaRPr>
          </a:p>
          <a:p>
            <a:pPr marL="0" lvl="2" indent="0">
              <a:buNone/>
            </a:pPr>
            <a:endParaRPr lang="fr-FR" dirty="0" smtClean="0">
              <a:solidFill>
                <a:schemeClr val="bg2"/>
              </a:solidFill>
            </a:endParaRPr>
          </a:p>
          <a:p>
            <a:pPr marL="0" lvl="2" indent="0">
              <a:buNone/>
            </a:pPr>
            <a:endParaRPr lang="fr-FR" dirty="0">
              <a:solidFill>
                <a:schemeClr val="bg2"/>
              </a:solidFill>
            </a:endParaRPr>
          </a:p>
          <a:p>
            <a:pPr marL="0" lvl="2" indent="0">
              <a:buNone/>
            </a:pPr>
            <a:endParaRPr lang="fr-FR" dirty="0">
              <a:solidFill>
                <a:schemeClr val="bg2"/>
              </a:solidFill>
            </a:endParaRPr>
          </a:p>
          <a:p>
            <a:pPr lvl="2"/>
            <a:endParaRPr lang="fr-FR" dirty="0" smtClean="0">
              <a:solidFill>
                <a:schemeClr val="bg2"/>
              </a:solidFill>
            </a:endParaRPr>
          </a:p>
          <a:p>
            <a:pPr lvl="2"/>
            <a:r>
              <a:rPr lang="fr-FR" dirty="0" smtClean="0">
                <a:solidFill>
                  <a:schemeClr val="bg2"/>
                </a:solidFill>
              </a:rPr>
              <a:t>Action </a:t>
            </a:r>
            <a:endParaRPr lang="fr-FR" dirty="0" smtClean="0">
              <a:solidFill>
                <a:schemeClr val="bg2"/>
              </a:solidFill>
            </a:endParaRPr>
          </a:p>
          <a:p>
            <a:pPr lvl="3"/>
            <a:r>
              <a:rPr lang="fr-FR" dirty="0" smtClean="0"/>
              <a:t>changer la   Tranche vers </a:t>
            </a:r>
            <a:r>
              <a:rPr lang="fr-FR" dirty="0"/>
              <a:t>la </a:t>
            </a:r>
            <a:r>
              <a:rPr lang="fr-FR" dirty="0" smtClean="0"/>
              <a:t> « </a:t>
            </a:r>
            <a:r>
              <a:rPr lang="fr-FR" dirty="0" smtClean="0">
                <a:solidFill>
                  <a:schemeClr val="accent1"/>
                </a:solidFill>
              </a:rPr>
              <a:t>Zone6-VAS International</a:t>
            </a:r>
            <a:r>
              <a:rPr lang="fr-FR" dirty="0" smtClean="0"/>
              <a:t> »  :  </a:t>
            </a:r>
            <a:r>
              <a:rPr lang="fr-FR" dirty="0" smtClean="0">
                <a:solidFill>
                  <a:schemeClr val="accent1"/>
                </a:solidFill>
              </a:rPr>
              <a:t>Prix 5 TND</a:t>
            </a:r>
            <a:r>
              <a:rPr lang="fr-FR" dirty="0" smtClean="0"/>
              <a:t>. </a:t>
            </a:r>
          </a:p>
          <a:p>
            <a:pPr marL="0" lvl="2" indent="0">
              <a:buNone/>
            </a:pPr>
            <a:endParaRPr lang="fr-FR" sz="3200" dirty="0" smtClean="0"/>
          </a:p>
          <a:p>
            <a:pPr marL="0" lvl="2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lvl="2" indent="0">
              <a:buNone/>
            </a:pPr>
            <a:endParaRPr lang="fr-FR" dirty="0" smtClean="0"/>
          </a:p>
          <a:p>
            <a:pPr marL="0" lvl="2" indent="0">
              <a:buNone/>
            </a:pPr>
            <a:endParaRPr lang="fr-FR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Impact </a:t>
            </a:r>
            <a:r>
              <a:rPr lang="fr-FR" dirty="0" smtClean="0"/>
              <a:t>financier 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00" y="3910128"/>
            <a:ext cx="8648856" cy="39806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00" y="1009651"/>
            <a:ext cx="3034664" cy="189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51520" y="1851670"/>
            <a:ext cx="4829289" cy="2304131"/>
          </a:xfrm>
        </p:spPr>
        <p:txBody>
          <a:bodyPr/>
          <a:lstStyle/>
          <a:p>
            <a:r>
              <a:rPr lang="fr-FR" dirty="0" smtClean="0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426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R Brest Practice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689F6A969AB449B11794B473A2EDAB" ma:contentTypeVersion="1" ma:contentTypeDescription="Create a new document." ma:contentTypeScope="" ma:versionID="df30161e6b4666b7a93eec9546cc1236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ef2aa9ed40e72a78c3822fc753b43e87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C7425E-2E17-45E9-BC4A-F6426B103166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E76DB64-9F8C-4C0B-A88F-B0F216AF5F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8F542-5992-44E5-B8E3-E761B9F3B5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2794</TotalTime>
  <Words>46</Words>
  <Application>Microsoft Office PowerPoint</Application>
  <PresentationFormat>Affichage à l'écran (16:9)</PresentationFormat>
  <Paragraphs>50</Paragraphs>
  <Slides>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Helvetica 55 Roman</vt:lpstr>
      <vt:lpstr>Helvetica 75</vt:lpstr>
      <vt:lpstr>Helvetica 75 Bold</vt:lpstr>
      <vt:lpstr>Wingdings</vt:lpstr>
      <vt:lpstr>OFR Brest Practice</vt:lpstr>
      <vt:lpstr>Belgium -SPECIAL SERVICES  _ Changement des tranches  </vt:lpstr>
      <vt:lpstr>Présentation PowerPoint</vt:lpstr>
      <vt:lpstr>Introduction </vt:lpstr>
      <vt:lpstr>Analyse</vt:lpstr>
      <vt:lpstr>Impact financier </vt:lpstr>
      <vt:lpstr>Merci</vt:lpstr>
    </vt:vector>
  </TitlesOfParts>
  <Company>Article10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Chawki Halouani</cp:lastModifiedBy>
  <cp:revision>121</cp:revision>
  <dcterms:created xsi:type="dcterms:W3CDTF">2016-08-11T14:02:28Z</dcterms:created>
  <dcterms:modified xsi:type="dcterms:W3CDTF">2024-03-26T20:42:29Z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0x010100A3689F6A969AB449B11794B473A2EDAB</vt:lpwstr>
  </property>
</Properties>
</file>